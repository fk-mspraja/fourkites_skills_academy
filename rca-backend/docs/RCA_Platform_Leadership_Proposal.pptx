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Intelligent RCA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Multi-Agent Collaborative Investigation System</a:t>
            </a:r>
            <a:br/>
            <a:r>
              <a:t>Leadership Proposal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Transform support operations from reactive troubleshooting to intelligent investigation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Reduce human intervention through AI-powered collaborative agents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Capture expert mental models in reusable pattern libraries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Single unified platform for all RCA needs (Rewind App)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Iterative, feedback-driven development approach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Phase-wise implementation with discovery-first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Support Operations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</a:defRPr>
            </a:pPr>
            <a:r>
              <a:t>942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Cases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3663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3663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3663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Failure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8687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8687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</a:defRPr>
            </a:pPr>
            <a:r>
              <a:t>30-60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8687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Min/Case Manual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63711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3711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3711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Manual for Complex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What We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Data consolidation pipeline (Airflow/SPOG/SigNoz)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MCP servers for various data sources (13 servers)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Production-ready web interfaces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Kafka events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Multiple log databases (30d, 90d, 180d retention)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What's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Unified intelligence layer for guided investigation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No correlation across fragmented systems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Pattern-based debugging varies by associate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MCP servers lack complete coverage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No capture of expert mental models</a:t>
            </a:r>
          </a:p>
          <a:p>
            <a:pPr>
              <a:spcAft>
                <a:spcPts val="800"/>
              </a:spcAft>
              <a:defRPr sz="1600">
                <a:solidFill>
                  <a:srgbClr val="A0A0A0"/>
                </a:solidFill>
              </a:defRPr>
            </a:pPr>
            <a:r>
              <a:t>• Complex cases go to manual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Fragmented Tooling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Support teams navigate multiple tools, databases, and systems to diagnose issues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Inconsistent Investigation Patterns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Debugging approach varies from associate to associate - no standard methodology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No Unified Trace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Scattered identifiers prevent end-to-end visibility across microservices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Complex Cases Abandoned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LOAD_NOT_TRACKING explicitly routed to manual intervention (100+ scenarios)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Vision: Intelligent Copilot for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1-App for all associates to perform debugging, log search, RCA (Rewind App)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AI buddy that helps teams think faster and investigate smarter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Capture and encode mental models of expert analysts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Embrace existing best practices used by ops/support/dev engineers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Reduce human intervention for routine cases (target: 70% auto-resolution)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Faster resolution - reduction in time to respond by ~30%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Improvement in SLA for tickets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Potential savings: ~10-15% of associate time (~$1M annually)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New Paradigm: 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How It Works - Like a Team of Expert Analysts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Multi-agent collaboration - Agents discuss and decide together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Hypothesis formation - Evidence-based reasoning with confidence scores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Parallel execution - All data sources queried simultaneously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Real-time streaming UI - Watch investigation happen live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Clickable evidence cards - Drill into any finding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Mode-specific agents - JT, Ocean Events, OTR, LTL, Air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Accessing aggregated/connected datasets on top of logs/events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Human-in-the-loop for complex edge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Collaborative Agent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LangGraph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Data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Parallel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92608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Pattern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92608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Score &amp; 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57200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754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RAG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0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Knowledge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57200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754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120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Root Cause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572000"/>
            <a:ext cx="2286000" cy="109728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HITL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120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Human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Strategy: Phased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Discovery-Driven Development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We don't commit to fixed timelines - we learn and iterate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Phase 1: Discovery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Shadow analysts, understand patterns, map data sources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Phase 2: Data Consolidation &amp; Skills Layer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Build MCP servers, create reusable patterns, extend capabilities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Phase 3: Testing &amp; Iteration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  <a:r>
              <a:t>Continuous feedback loop with support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Discovery (2-3 Weeks)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Objective: Understand the Problem Space Deeply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Shadow support operations team during live investigations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Document manual investigation workflows step-by-step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Identify JIRA tickets where current bot (Cassie) failed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Reverse engineer human analyst patterns and mental models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Map all data sources and their access requirements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Validate accuracy metrics of current automation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Prioritize 84 identified failure scenarios by frequency and impact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Deliverables: Pattern documentation, gap analysis, prioritized backlog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2: Data Consolidation &amp; Skills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Objective: Build Reusable Investigation Capabilities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Create YAML pattern files encoding analyst expertise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Build new MCP servers for identified gaps (device-diagnostics)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Extend existing MCP servers based on discovery findings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Implement multi-agent orchestration framework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Create mode-specific skills (Ocean, OTR, Air, LTL)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Connect unified data layer across all sources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POC on 10 real failed cases from Cassie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Skills Layer: Reusable patterns across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3: Testing &amp; Continuous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Objective: Validate and Improve Through Feedback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A/B testing with support team on live tickets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Measure resolution time reduction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Track accuracy vs human analyst decisions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Expand pattern library based on feedback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Continuous learning from HITL (Human-in-the-Loop) cases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Dashboard for accuracy and performance tracking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Gradual rollout to more case categories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Iterative Feedback Model: Learn -&gt; Build -&gt; Validate -&gt; Repeat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Pattern Coverage: What We'll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</a:defRPr>
            </a:pPr>
            <a: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Scenarios Identified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3663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3663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3663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Category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8687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8687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8687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Patterns Added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63711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3711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Iterative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3711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Expansion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Auto-Resolution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3663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3663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</a:defRPr>
            </a:pPr>
            <a:r>
              <a:t>-30%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3663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Time to Respond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8687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8687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&lt;10m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8687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Avg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63711" y="1828800"/>
            <a:ext cx="2522143" cy="2286000"/>
          </a:xfrm>
          <a:prstGeom prst="roundRect">
            <a:avLst/>
          </a:prstGeom>
          <a:solidFill>
            <a:srgbClr val="141414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3711" y="2103120"/>
            <a:ext cx="252214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~$1M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3711" y="3200400"/>
            <a:ext cx="25221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Annual Savings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Immediate Actions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Schedule workshop with support team to shadow investigations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Identify specific JIRA tickets where Cassie failed for reverse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Begin Pattern documentation from 84 identified scenarios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Set up feedback loop with operations team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Success Criteria for Phase 1</a:t>
            </a:r>
          </a:p>
          <a:p>
            <a:pPr lvl="1">
              <a:spcAft>
                <a:spcPts val="1200"/>
              </a:spcAft>
              <a:defRPr sz="1800">
                <a:solidFill>
                  <a:srgbClr val="A0A0A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Complete mapping of top 20 high-frequency failure patterns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Document data sources required for each pattern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Identify quick wins vs complex investigations</a:t>
            </a:r>
          </a:p>
          <a:p>
            <a:pPr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• Go/No-Go decision point at end of discovery phase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Intelligent RCA Platform - Multi-Agent Collaborative Investigation</a:t>
            </a:r>
            <a:br/>
            <a:r>
              <a:t>Contact: MSP Raja |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